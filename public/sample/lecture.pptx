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4"/>
  </p:sldIdLst>
  <p:sldSz cx="9144000" cy="6858000" type="screen4x3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1" snapToObjects="1" showGuides="1"/>
  </p:slideViewPr>
  <p:notesTextViewPr/>
  <p:gridSpacing cx="780288" cy="78028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esProps" Target="presProps.xml"/>
  <Relationship Id="rId3" Type="http://schemas.openxmlformats.org/officeDocument/2006/relationships/viewProps" Target="viewProps.xml"/>
  <Relationship Id="rId4" Type="http://schemas.openxmlformats.org/officeDocument/2006/relationships/slide" Target="slides/slide1.xml"/>
  <Relationship Id="rId5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lt1"/>
      </p:bgRef>
    </p:bg>
    <p:spTree>
      <p:nvGrpSpPr>
        <p:cNvPr id="1" name=""/>
        <p:cNvGrpSpPr/>
        <p:nvPr/>
      </p:nvGrpSpPr>
      <p:grpSpPr/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WBE Deep Dive">
    <p:bg>
      <p:bgPr>
        <a:solidFill>
          <a:srgbClr val="FFF6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>
          <a:xfrm>
            <a:off x="685800" y="685800"/>
            <a:ext cx="7772400" cy="1600200"/>
          </a:xfrm>
        </p:spPr>
        <p:txBody>
          <a:bodyPr/>
          <a:lstStyle/>
          <a:p>
            <a:r>
              <a:rPr lang="ko-KR" sz="2800" b="1"/>
              <a:t>VWBE &amp; SUPEX</a:t>
            </a:r>
          </a:p>
          <a:p>
            <a:r>
              <a:rPr lang="ko-KR" sz="1800"/>
              <a:t>SKMS AI Studio Sample Lecture Deck</a:t>
            </a:r>
          </a:p>
        </p:txBody>
      </p:sp>
      <p:sp>
        <p:nvSpPr>
          <p:cNvPr id="3" name="Body 2"/>
          <p:cNvSpPr/>
          <p:nvPr/>
        </p:nvSpPr>
        <p:spPr>
          <a:xfrm>
            <a:off x="914400" y="2514600"/>
            <a:ext cx="7315200" cy="2514600"/>
          </a:xfrm>
        </p:spPr>
        <p:txBody>
          <a:bodyPr/>
          <a:lstStyle/>
          <a:p>
            <a:pPr lvl="0" marL="0" indent="0"/>
            <a:r>
              <a:rPr lang="ko-KR" sz="1600"/>
              <a:t>- 자발적 의욕과 몰입을 기반으로 한 실행 원리</a:t>
            </a:r>
          </a:p>
          <a:p>
            <a:pPr lvl="0" marL="0" indent="0"/>
            <a:r>
              <a:rPr lang="ko-KR" sz="1600"/>
              <a:t>- 이해관계자 행복과 SUPEX 추구의 연결 구조</a:t>
            </a:r>
          </a:p>
          <a:p>
            <a:pPr lvl="0" marL="0" indent="0"/>
            <a:r>
              <a:rPr lang="ko-KR" sz="1600"/>
              <a:t>- 실제 운영 환경에서는 주제별로 더 긴 슬라이드 세트가 생성됩니다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1F1F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Office Theme</vt:lpstr>
    </vt:vector>
  </TitlesOfParts>
  <Company>SKMS AI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VWBE Deep Dive</dc:title>
  <dc:creator>SKMS AI Studio</dc:creator>
  <cp:lastModifiedBy>SKMS AI Studio</cp:lastModifiedBy>
  <dcterms:created xsi:type="dcterms:W3CDTF">2026-03-16T04:38:05Z</dcterms:created>
  <dcterms:modified xsi:type="dcterms:W3CDTF">2026-03-16T04:38:05Z</dcterms:modified>
</cp:coreProperties>
</file>